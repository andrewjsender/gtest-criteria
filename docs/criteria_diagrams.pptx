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59F66A-B517-BC46-8386-D677527C7254}" type="doc">
      <dgm:prSet loTypeId="urn:microsoft.com/office/officeart/2005/8/layout/radial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609697-6EFE-FF4B-96F1-6AB9B0AE9C66}">
      <dgm:prSet phldrT="[Text]"/>
      <dgm:spPr/>
      <dgm:t>
        <a:bodyPr/>
        <a:lstStyle/>
        <a:p>
          <a:r>
            <a:rPr lang="en-US" dirty="0"/>
            <a:t>Quality</a:t>
          </a:r>
        </a:p>
      </dgm:t>
    </dgm:pt>
    <dgm:pt modelId="{AB199ED6-0C91-ED44-9B6F-CAFAB92733AE}" type="parTrans" cxnId="{3AB0D7DC-7BE8-AB42-A477-8F420A5CA38B}">
      <dgm:prSet/>
      <dgm:spPr/>
      <dgm:t>
        <a:bodyPr/>
        <a:lstStyle/>
        <a:p>
          <a:endParaRPr lang="en-US"/>
        </a:p>
      </dgm:t>
    </dgm:pt>
    <dgm:pt modelId="{5EAB4E7D-8A5E-F040-A47A-28AD6BAA3A8F}" type="sibTrans" cxnId="{3AB0D7DC-7BE8-AB42-A477-8F420A5CA38B}">
      <dgm:prSet/>
      <dgm:spPr/>
      <dgm:t>
        <a:bodyPr/>
        <a:lstStyle/>
        <a:p>
          <a:endParaRPr lang="en-US"/>
        </a:p>
      </dgm:t>
    </dgm:pt>
    <dgm:pt modelId="{4259AF33-F4CB-1949-8B0D-BBEEC2DDBBB6}">
      <dgm:prSet phldrT="[Text]"/>
      <dgm:spPr/>
      <dgm:t>
        <a:bodyPr/>
        <a:lstStyle/>
        <a:p>
          <a:r>
            <a:rPr lang="en-US" dirty="0"/>
            <a:t>Integrity</a:t>
          </a:r>
        </a:p>
      </dgm:t>
    </dgm:pt>
    <dgm:pt modelId="{F1388506-6FDB-9148-988E-9EC3175609E9}" type="parTrans" cxnId="{70DFF605-64BF-0C45-B446-F0DF1404164D}">
      <dgm:prSet/>
      <dgm:spPr/>
      <dgm:t>
        <a:bodyPr/>
        <a:lstStyle/>
        <a:p>
          <a:endParaRPr lang="en-US"/>
        </a:p>
      </dgm:t>
    </dgm:pt>
    <dgm:pt modelId="{4B506998-BE02-AD43-AE54-49D8CDC0F273}" type="sibTrans" cxnId="{70DFF605-64BF-0C45-B446-F0DF1404164D}">
      <dgm:prSet/>
      <dgm:spPr/>
      <dgm:t>
        <a:bodyPr/>
        <a:lstStyle/>
        <a:p>
          <a:endParaRPr lang="en-US"/>
        </a:p>
      </dgm:t>
    </dgm:pt>
    <dgm:pt modelId="{E387804A-D162-2446-8961-426ED19A7215}">
      <dgm:prSet phldrT="[Text]"/>
      <dgm:spPr/>
      <dgm:t>
        <a:bodyPr/>
        <a:lstStyle/>
        <a:p>
          <a:r>
            <a:rPr lang="en-US" dirty="0"/>
            <a:t>Stability</a:t>
          </a:r>
        </a:p>
      </dgm:t>
    </dgm:pt>
    <dgm:pt modelId="{88D523E1-6B6A-1146-8584-70A76198578B}" type="parTrans" cxnId="{DA6E71D4-08BB-9C43-93D6-D46A205A2EF6}">
      <dgm:prSet/>
      <dgm:spPr/>
      <dgm:t>
        <a:bodyPr/>
        <a:lstStyle/>
        <a:p>
          <a:endParaRPr lang="en-US"/>
        </a:p>
      </dgm:t>
    </dgm:pt>
    <dgm:pt modelId="{CF8C625A-DD23-2141-A07B-8989E7B9D3CD}" type="sibTrans" cxnId="{DA6E71D4-08BB-9C43-93D6-D46A205A2EF6}">
      <dgm:prSet/>
      <dgm:spPr/>
      <dgm:t>
        <a:bodyPr/>
        <a:lstStyle/>
        <a:p>
          <a:endParaRPr lang="en-US"/>
        </a:p>
      </dgm:t>
    </dgm:pt>
    <dgm:pt modelId="{50B46C0B-F48A-7942-BDE3-CAFE06129C98}">
      <dgm:prSet phldrT="[Text]"/>
      <dgm:spPr/>
      <dgm:t>
        <a:bodyPr/>
        <a:lstStyle/>
        <a:p>
          <a:r>
            <a:rPr lang="en-US" dirty="0"/>
            <a:t>Performance</a:t>
          </a:r>
        </a:p>
      </dgm:t>
    </dgm:pt>
    <dgm:pt modelId="{8D3DEC85-6E88-C54F-8297-3F968FD6B030}" type="parTrans" cxnId="{0E0C11A1-7C67-3F49-8C11-945D516C04BE}">
      <dgm:prSet/>
      <dgm:spPr/>
      <dgm:t>
        <a:bodyPr/>
        <a:lstStyle/>
        <a:p>
          <a:endParaRPr lang="en-US"/>
        </a:p>
      </dgm:t>
    </dgm:pt>
    <dgm:pt modelId="{8555333F-4D3C-E743-91E0-0F59B355A42D}" type="sibTrans" cxnId="{0E0C11A1-7C67-3F49-8C11-945D516C04BE}">
      <dgm:prSet/>
      <dgm:spPr/>
      <dgm:t>
        <a:bodyPr/>
        <a:lstStyle/>
        <a:p>
          <a:endParaRPr lang="en-US"/>
        </a:p>
      </dgm:t>
    </dgm:pt>
    <dgm:pt modelId="{8E33A879-F74C-9F42-9EE9-E4949ABBD89C}" type="pres">
      <dgm:prSet presAssocID="{5F59F66A-B517-BC46-8386-D677527C725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B52155F-9783-5740-833A-BD9FBA911623}" type="pres">
      <dgm:prSet presAssocID="{2A609697-6EFE-FF4B-96F1-6AB9B0AE9C66}" presName="centerShape" presStyleLbl="node0" presStyleIdx="0" presStyleCnt="1"/>
      <dgm:spPr/>
    </dgm:pt>
    <dgm:pt modelId="{43EA9291-E4BA-7C4B-BC40-8EC116E637A7}" type="pres">
      <dgm:prSet presAssocID="{F1388506-6FDB-9148-988E-9EC3175609E9}" presName="parTrans" presStyleLbl="sibTrans2D1" presStyleIdx="0" presStyleCnt="3"/>
      <dgm:spPr/>
    </dgm:pt>
    <dgm:pt modelId="{0EE4BA05-651D-2F48-9C91-F2AA829891E3}" type="pres">
      <dgm:prSet presAssocID="{F1388506-6FDB-9148-988E-9EC3175609E9}" presName="connectorText" presStyleLbl="sibTrans2D1" presStyleIdx="0" presStyleCnt="3"/>
      <dgm:spPr/>
    </dgm:pt>
    <dgm:pt modelId="{434EBB43-C13C-B54D-A343-48CBFD819410}" type="pres">
      <dgm:prSet presAssocID="{4259AF33-F4CB-1949-8B0D-BBEEC2DDBBB6}" presName="node" presStyleLbl="node1" presStyleIdx="0" presStyleCnt="3">
        <dgm:presLayoutVars>
          <dgm:bulletEnabled val="1"/>
        </dgm:presLayoutVars>
      </dgm:prSet>
      <dgm:spPr/>
    </dgm:pt>
    <dgm:pt modelId="{23D9846D-104B-C14D-8A67-B5A1DACF9516}" type="pres">
      <dgm:prSet presAssocID="{88D523E1-6B6A-1146-8584-70A76198578B}" presName="parTrans" presStyleLbl="sibTrans2D1" presStyleIdx="1" presStyleCnt="3"/>
      <dgm:spPr/>
    </dgm:pt>
    <dgm:pt modelId="{121E6EC6-559D-8E43-BA67-3659864DF442}" type="pres">
      <dgm:prSet presAssocID="{88D523E1-6B6A-1146-8584-70A76198578B}" presName="connectorText" presStyleLbl="sibTrans2D1" presStyleIdx="1" presStyleCnt="3"/>
      <dgm:spPr/>
    </dgm:pt>
    <dgm:pt modelId="{F2F4E2BC-930C-5842-ACDC-FC98C7B4F7F2}" type="pres">
      <dgm:prSet presAssocID="{E387804A-D162-2446-8961-426ED19A7215}" presName="node" presStyleLbl="node1" presStyleIdx="1" presStyleCnt="3">
        <dgm:presLayoutVars>
          <dgm:bulletEnabled val="1"/>
        </dgm:presLayoutVars>
      </dgm:prSet>
      <dgm:spPr/>
    </dgm:pt>
    <dgm:pt modelId="{6A6F4689-6C31-4148-8EA9-9E8EBEDFFD02}" type="pres">
      <dgm:prSet presAssocID="{8D3DEC85-6E88-C54F-8297-3F968FD6B030}" presName="parTrans" presStyleLbl="sibTrans2D1" presStyleIdx="2" presStyleCnt="3"/>
      <dgm:spPr/>
    </dgm:pt>
    <dgm:pt modelId="{C0FD3689-5F06-D149-8F79-A073279E61D9}" type="pres">
      <dgm:prSet presAssocID="{8D3DEC85-6E88-C54F-8297-3F968FD6B030}" presName="connectorText" presStyleLbl="sibTrans2D1" presStyleIdx="2" presStyleCnt="3"/>
      <dgm:spPr/>
    </dgm:pt>
    <dgm:pt modelId="{47AE478C-F45F-264F-AFE8-49AC8FEB07E8}" type="pres">
      <dgm:prSet presAssocID="{50B46C0B-F48A-7942-BDE3-CAFE06129C98}" presName="node" presStyleLbl="node1" presStyleIdx="2" presStyleCnt="3">
        <dgm:presLayoutVars>
          <dgm:bulletEnabled val="1"/>
        </dgm:presLayoutVars>
      </dgm:prSet>
      <dgm:spPr/>
    </dgm:pt>
  </dgm:ptLst>
  <dgm:cxnLst>
    <dgm:cxn modelId="{A826E105-9552-BB47-8C69-9D629F0181D2}" type="presOf" srcId="{2A609697-6EFE-FF4B-96F1-6AB9B0AE9C66}" destId="{1B52155F-9783-5740-833A-BD9FBA911623}" srcOrd="0" destOrd="0" presId="urn:microsoft.com/office/officeart/2005/8/layout/radial5"/>
    <dgm:cxn modelId="{70DFF605-64BF-0C45-B446-F0DF1404164D}" srcId="{2A609697-6EFE-FF4B-96F1-6AB9B0AE9C66}" destId="{4259AF33-F4CB-1949-8B0D-BBEEC2DDBBB6}" srcOrd="0" destOrd="0" parTransId="{F1388506-6FDB-9148-988E-9EC3175609E9}" sibTransId="{4B506998-BE02-AD43-AE54-49D8CDC0F273}"/>
    <dgm:cxn modelId="{BD812B0C-16B7-F44F-95DC-6B7CECD772FD}" type="presOf" srcId="{E387804A-D162-2446-8961-426ED19A7215}" destId="{F2F4E2BC-930C-5842-ACDC-FC98C7B4F7F2}" srcOrd="0" destOrd="0" presId="urn:microsoft.com/office/officeart/2005/8/layout/radial5"/>
    <dgm:cxn modelId="{87D63F10-7279-F54D-9E6B-39B5858BCD1A}" type="presOf" srcId="{8D3DEC85-6E88-C54F-8297-3F968FD6B030}" destId="{C0FD3689-5F06-D149-8F79-A073279E61D9}" srcOrd="1" destOrd="0" presId="urn:microsoft.com/office/officeart/2005/8/layout/radial5"/>
    <dgm:cxn modelId="{AF796A19-9338-8441-A131-6F530B565611}" type="presOf" srcId="{8D3DEC85-6E88-C54F-8297-3F968FD6B030}" destId="{6A6F4689-6C31-4148-8EA9-9E8EBEDFFD02}" srcOrd="0" destOrd="0" presId="urn:microsoft.com/office/officeart/2005/8/layout/radial5"/>
    <dgm:cxn modelId="{59E0F128-558C-DB47-8508-2A680A08FA87}" type="presOf" srcId="{88D523E1-6B6A-1146-8584-70A76198578B}" destId="{121E6EC6-559D-8E43-BA67-3659864DF442}" srcOrd="1" destOrd="0" presId="urn:microsoft.com/office/officeart/2005/8/layout/radial5"/>
    <dgm:cxn modelId="{1C98102A-0219-9B45-9B34-3CF0FCD2ED2B}" type="presOf" srcId="{F1388506-6FDB-9148-988E-9EC3175609E9}" destId="{0EE4BA05-651D-2F48-9C91-F2AA829891E3}" srcOrd="1" destOrd="0" presId="urn:microsoft.com/office/officeart/2005/8/layout/radial5"/>
    <dgm:cxn modelId="{E2878E5D-21E1-084D-8440-625EDC1351DD}" type="presOf" srcId="{88D523E1-6B6A-1146-8584-70A76198578B}" destId="{23D9846D-104B-C14D-8A67-B5A1DACF9516}" srcOrd="0" destOrd="0" presId="urn:microsoft.com/office/officeart/2005/8/layout/radial5"/>
    <dgm:cxn modelId="{0E3D7383-5407-4D4B-A66A-FEAE584B7DB5}" type="presOf" srcId="{50B46C0B-F48A-7942-BDE3-CAFE06129C98}" destId="{47AE478C-F45F-264F-AFE8-49AC8FEB07E8}" srcOrd="0" destOrd="0" presId="urn:microsoft.com/office/officeart/2005/8/layout/radial5"/>
    <dgm:cxn modelId="{0E0C11A1-7C67-3F49-8C11-945D516C04BE}" srcId="{2A609697-6EFE-FF4B-96F1-6AB9B0AE9C66}" destId="{50B46C0B-F48A-7942-BDE3-CAFE06129C98}" srcOrd="2" destOrd="0" parTransId="{8D3DEC85-6E88-C54F-8297-3F968FD6B030}" sibTransId="{8555333F-4D3C-E743-91E0-0F59B355A42D}"/>
    <dgm:cxn modelId="{19A22ABC-7289-1541-8A4D-718D67496844}" type="presOf" srcId="{5F59F66A-B517-BC46-8386-D677527C7254}" destId="{8E33A879-F74C-9F42-9EE9-E4949ABBD89C}" srcOrd="0" destOrd="0" presId="urn:microsoft.com/office/officeart/2005/8/layout/radial5"/>
    <dgm:cxn modelId="{32FC5DBC-BAA4-DE4F-8742-075AEAE7E81A}" type="presOf" srcId="{F1388506-6FDB-9148-988E-9EC3175609E9}" destId="{43EA9291-E4BA-7C4B-BC40-8EC116E637A7}" srcOrd="0" destOrd="0" presId="urn:microsoft.com/office/officeart/2005/8/layout/radial5"/>
    <dgm:cxn modelId="{DA6E71D4-08BB-9C43-93D6-D46A205A2EF6}" srcId="{2A609697-6EFE-FF4B-96F1-6AB9B0AE9C66}" destId="{E387804A-D162-2446-8961-426ED19A7215}" srcOrd="1" destOrd="0" parTransId="{88D523E1-6B6A-1146-8584-70A76198578B}" sibTransId="{CF8C625A-DD23-2141-A07B-8989E7B9D3CD}"/>
    <dgm:cxn modelId="{3AB0D7DC-7BE8-AB42-A477-8F420A5CA38B}" srcId="{5F59F66A-B517-BC46-8386-D677527C7254}" destId="{2A609697-6EFE-FF4B-96F1-6AB9B0AE9C66}" srcOrd="0" destOrd="0" parTransId="{AB199ED6-0C91-ED44-9B6F-CAFAB92733AE}" sibTransId="{5EAB4E7D-8A5E-F040-A47A-28AD6BAA3A8F}"/>
    <dgm:cxn modelId="{FD6E59E6-2352-854F-B90B-ACF1CE07F059}" type="presOf" srcId="{4259AF33-F4CB-1949-8B0D-BBEEC2DDBBB6}" destId="{434EBB43-C13C-B54D-A343-48CBFD819410}" srcOrd="0" destOrd="0" presId="urn:microsoft.com/office/officeart/2005/8/layout/radial5"/>
    <dgm:cxn modelId="{299C0BBE-9FAC-3342-9BF2-C5CB4B6808F1}" type="presParOf" srcId="{8E33A879-F74C-9F42-9EE9-E4949ABBD89C}" destId="{1B52155F-9783-5740-833A-BD9FBA911623}" srcOrd="0" destOrd="0" presId="urn:microsoft.com/office/officeart/2005/8/layout/radial5"/>
    <dgm:cxn modelId="{16477EA7-CB4A-0941-865C-4D5F092FADFD}" type="presParOf" srcId="{8E33A879-F74C-9F42-9EE9-E4949ABBD89C}" destId="{43EA9291-E4BA-7C4B-BC40-8EC116E637A7}" srcOrd="1" destOrd="0" presId="urn:microsoft.com/office/officeart/2005/8/layout/radial5"/>
    <dgm:cxn modelId="{28D3F795-0715-4342-9CFA-91726882E5B5}" type="presParOf" srcId="{43EA9291-E4BA-7C4B-BC40-8EC116E637A7}" destId="{0EE4BA05-651D-2F48-9C91-F2AA829891E3}" srcOrd="0" destOrd="0" presId="urn:microsoft.com/office/officeart/2005/8/layout/radial5"/>
    <dgm:cxn modelId="{0E2C404A-C55B-DE49-AB49-75DE74C1FEC1}" type="presParOf" srcId="{8E33A879-F74C-9F42-9EE9-E4949ABBD89C}" destId="{434EBB43-C13C-B54D-A343-48CBFD819410}" srcOrd="2" destOrd="0" presId="urn:microsoft.com/office/officeart/2005/8/layout/radial5"/>
    <dgm:cxn modelId="{8E1154A4-4DDF-BE44-9453-DCD9A8ED041F}" type="presParOf" srcId="{8E33A879-F74C-9F42-9EE9-E4949ABBD89C}" destId="{23D9846D-104B-C14D-8A67-B5A1DACF9516}" srcOrd="3" destOrd="0" presId="urn:microsoft.com/office/officeart/2005/8/layout/radial5"/>
    <dgm:cxn modelId="{7579C22B-B253-EC45-83BB-FA5D18702DD5}" type="presParOf" srcId="{23D9846D-104B-C14D-8A67-B5A1DACF9516}" destId="{121E6EC6-559D-8E43-BA67-3659864DF442}" srcOrd="0" destOrd="0" presId="urn:microsoft.com/office/officeart/2005/8/layout/radial5"/>
    <dgm:cxn modelId="{7BAD6910-F360-4948-A836-0519532EF9C6}" type="presParOf" srcId="{8E33A879-F74C-9F42-9EE9-E4949ABBD89C}" destId="{F2F4E2BC-930C-5842-ACDC-FC98C7B4F7F2}" srcOrd="4" destOrd="0" presId="urn:microsoft.com/office/officeart/2005/8/layout/radial5"/>
    <dgm:cxn modelId="{9025B740-FCEC-084C-9EEF-2685E3687AD1}" type="presParOf" srcId="{8E33A879-F74C-9F42-9EE9-E4949ABBD89C}" destId="{6A6F4689-6C31-4148-8EA9-9E8EBEDFFD02}" srcOrd="5" destOrd="0" presId="urn:microsoft.com/office/officeart/2005/8/layout/radial5"/>
    <dgm:cxn modelId="{0299F397-B3E4-AF4E-80D3-19A15A895A0D}" type="presParOf" srcId="{6A6F4689-6C31-4148-8EA9-9E8EBEDFFD02}" destId="{C0FD3689-5F06-D149-8F79-A073279E61D9}" srcOrd="0" destOrd="0" presId="urn:microsoft.com/office/officeart/2005/8/layout/radial5"/>
    <dgm:cxn modelId="{4E039514-45DF-8E44-BCDB-099F8F6B0C10}" type="presParOf" srcId="{8E33A879-F74C-9F42-9EE9-E4949ABBD89C}" destId="{47AE478C-F45F-264F-AFE8-49AC8FEB07E8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2155F-9783-5740-833A-BD9FBA911623}">
      <dsp:nvSpPr>
        <dsp:cNvPr id="0" name=""/>
        <dsp:cNvSpPr/>
      </dsp:nvSpPr>
      <dsp:spPr>
        <a:xfrm>
          <a:off x="4519437" y="2545016"/>
          <a:ext cx="1815194" cy="18151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Quality</a:t>
          </a:r>
        </a:p>
      </dsp:txBody>
      <dsp:txXfrm>
        <a:off x="4785266" y="2810845"/>
        <a:ext cx="1283536" cy="1283536"/>
      </dsp:txXfrm>
    </dsp:sp>
    <dsp:sp modelId="{43EA9291-E4BA-7C4B-BC40-8EC116E637A7}">
      <dsp:nvSpPr>
        <dsp:cNvPr id="0" name=""/>
        <dsp:cNvSpPr/>
      </dsp:nvSpPr>
      <dsp:spPr>
        <a:xfrm rot="16200000">
          <a:off x="5234683" y="1884394"/>
          <a:ext cx="384702" cy="6171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292389" y="2065533"/>
        <a:ext cx="269291" cy="370300"/>
      </dsp:txXfrm>
    </dsp:sp>
    <dsp:sp modelId="{434EBB43-C13C-B54D-A343-48CBFD819410}">
      <dsp:nvSpPr>
        <dsp:cNvPr id="0" name=""/>
        <dsp:cNvSpPr/>
      </dsp:nvSpPr>
      <dsp:spPr>
        <a:xfrm>
          <a:off x="4519437" y="3968"/>
          <a:ext cx="1815194" cy="18151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Integrity</a:t>
          </a:r>
        </a:p>
      </dsp:txBody>
      <dsp:txXfrm>
        <a:off x="4785266" y="269797"/>
        <a:ext cx="1283536" cy="1283536"/>
      </dsp:txXfrm>
    </dsp:sp>
    <dsp:sp modelId="{23D9846D-104B-C14D-8A67-B5A1DACF9516}">
      <dsp:nvSpPr>
        <dsp:cNvPr id="0" name=""/>
        <dsp:cNvSpPr/>
      </dsp:nvSpPr>
      <dsp:spPr>
        <a:xfrm rot="1800000">
          <a:off x="6325560" y="3773848"/>
          <a:ext cx="384702" cy="6171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333291" y="3868428"/>
        <a:ext cx="269291" cy="370300"/>
      </dsp:txXfrm>
    </dsp:sp>
    <dsp:sp modelId="{F2F4E2BC-930C-5842-ACDC-FC98C7B4F7F2}">
      <dsp:nvSpPr>
        <dsp:cNvPr id="0" name=""/>
        <dsp:cNvSpPr/>
      </dsp:nvSpPr>
      <dsp:spPr>
        <a:xfrm>
          <a:off x="6720049" y="3815540"/>
          <a:ext cx="1815194" cy="18151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Stability</a:t>
          </a:r>
        </a:p>
      </dsp:txBody>
      <dsp:txXfrm>
        <a:off x="6985878" y="4081369"/>
        <a:ext cx="1283536" cy="1283536"/>
      </dsp:txXfrm>
    </dsp:sp>
    <dsp:sp modelId="{6A6F4689-6C31-4148-8EA9-9E8EBEDFFD02}">
      <dsp:nvSpPr>
        <dsp:cNvPr id="0" name=""/>
        <dsp:cNvSpPr/>
      </dsp:nvSpPr>
      <dsp:spPr>
        <a:xfrm rot="9000000">
          <a:off x="4143807" y="3773848"/>
          <a:ext cx="384702" cy="6171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10800000">
        <a:off x="4251487" y="3868428"/>
        <a:ext cx="269291" cy="370300"/>
      </dsp:txXfrm>
    </dsp:sp>
    <dsp:sp modelId="{47AE478C-F45F-264F-AFE8-49AC8FEB07E8}">
      <dsp:nvSpPr>
        <dsp:cNvPr id="0" name=""/>
        <dsp:cNvSpPr/>
      </dsp:nvSpPr>
      <dsp:spPr>
        <a:xfrm>
          <a:off x="2318825" y="3815540"/>
          <a:ext cx="1815194" cy="18151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Performance</a:t>
          </a:r>
        </a:p>
      </dsp:txBody>
      <dsp:txXfrm>
        <a:off x="2584654" y="4081369"/>
        <a:ext cx="1283536" cy="1283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B31-2AEF-EAB6-4F84-A77A640A1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39A16-00C7-258C-5545-91DABB3DF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B2392-CCF3-453B-559E-25C06134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CDB8-574A-E041-AC3F-A88DE124E5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8FC50-7BEE-30C8-2B9C-5FB5779C2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2B7C6-BDDA-A4DA-4842-C790F90B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46AA-1CF8-6749-8364-3A2191E1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75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98D4-ABF7-B198-0A6E-20D9F172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DFBC7-5D6D-4C3E-9CA8-A3B55E21A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FC98F-C2B1-B711-0F13-DEB34F42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CDB8-574A-E041-AC3F-A88DE124E5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170BC-D646-203B-C6BF-ED5F1E54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8566-E1A4-F345-8DF0-D60BE756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46AA-1CF8-6749-8364-3A2191E1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2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56992-7E15-922F-49A4-712F35C4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E41EB-EA90-782A-C16A-E1A15B82C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EE7FA-C669-63B8-1229-DC39BE723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CDB8-574A-E041-AC3F-A88DE124E5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D3170-2611-21AC-4CD0-4AFECC5F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A617A-1646-4666-B5E6-C2996AD9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46AA-1CF8-6749-8364-3A2191E1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7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5BD2-E90B-6B7B-2A35-4C0222A0D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18539-E4E2-4245-88DA-FB3997AAC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161AC-E6FE-9AD1-A51F-DFC87E29A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0568F-D69A-04AA-B65E-9CCF8064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CDB8-574A-E041-AC3F-A88DE124E5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355C5-2FE2-32E4-0DD6-6FB42FC4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F7E96-55CD-AC3B-813D-B735BAC7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46AA-1CF8-6749-8364-3A2191E1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14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7C27E-1CE2-CEE4-424A-CC5C7B0A3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C9EE9-1E7F-2E97-30FC-F2B9B3813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0F42A-9D3D-F18A-517E-7EE8056F8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814A6A-F1B9-E9EB-29EF-E5F359ABC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266C2-F68E-EA06-A0CF-B397592660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91BA6-64E8-6975-8623-6D48122CC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CDB8-574A-E041-AC3F-A88DE124E5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43D9DB-1A69-CD0B-EB20-7B6CEC3B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A5B287-B052-2E10-90FE-2F7F06DF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46AA-1CF8-6749-8364-3A2191E1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4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67E02-44D4-4EDD-BA87-B52C021E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1149C-70B1-FED8-3214-8BD1C5F1C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CDB8-574A-E041-AC3F-A88DE124E5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0D318-8780-1F74-E489-C6E1B2723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E6724-7641-5600-F5F0-757CFFE0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46AA-1CF8-6749-8364-3A2191E1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9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6CB21F-59F9-0337-5F32-3E22264F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CDB8-574A-E041-AC3F-A88DE124E5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3B417-5D43-94AF-AC37-B9CA04FC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842DF-F97C-5F73-ED54-A5B18E41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46AA-1CF8-6749-8364-3A2191E1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87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1C151-8A75-7B4D-DB81-0CC382C30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237F0-C16D-BAEF-949B-ADD0FDCE7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0481A-3211-0627-326B-FBD028E5B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B7069-DB48-5226-4E1D-2367FD30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CDB8-574A-E041-AC3F-A88DE124E5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465F2-820D-E67A-DF2E-816B75536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CB532-AFBB-5565-3028-6983A8BC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46AA-1CF8-6749-8364-3A2191E1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03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ED9B8-739D-8979-6EC5-20A782DC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BFC62-5139-09C6-186B-E8E6DC57F34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3EC10-3DD2-D127-E620-E4C37BDB9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09AA9-F455-7732-BE6B-7FC5E63E8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CDB8-574A-E041-AC3F-A88DE124E5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B3F84-8607-D88A-F2F9-10AB8453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6E0FC-14D8-A78E-CE73-3098FCD6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46AA-1CF8-6749-8364-3A2191E1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19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776B-2441-C064-FB20-B28725DA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AA476-3D6E-7102-E442-C8577D3B4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FE774-AA97-9D01-271F-C76811AB5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CDB8-574A-E041-AC3F-A88DE124E5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96C4D-8E68-CAFE-46C3-E62F06BE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0F41A-4A20-8EEF-5066-BE5723F2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46AA-1CF8-6749-8364-3A2191E1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1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E0E335-D9BB-9025-CC35-E0ECA7847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08D1D-7FB7-19DA-0D10-EEC2EACC8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E626F-5789-117F-332C-DCF11267D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CDB8-574A-E041-AC3F-A88DE124E5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39CB4-7EA8-521B-5291-4A41397A4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9C0A2-F537-12F5-D97D-84E0AA3B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346AA-1CF8-6749-8364-3A2191E1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41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7C63D-97C4-8C1E-8417-154CC1C84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58422-7CE2-5423-B79D-8E8904B20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9E18E-1A2A-8185-1E90-19975860B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5CDB8-574A-E041-AC3F-A88DE124E57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6164C-0D31-F453-2FD7-A670153F4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24A85-368C-7BFE-C494-B83175208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346AA-1CF8-6749-8364-3A2191E1F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8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04AF6E-7B69-486B-13F9-6B1AD2B3A6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5176614"/>
              </p:ext>
            </p:extLst>
          </p:nvPr>
        </p:nvGraphicFramePr>
        <p:xfrm>
          <a:off x="499730" y="542260"/>
          <a:ext cx="10854070" cy="5634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869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0C3C37-7EB3-B2F1-DF62-4D62E23095C3}"/>
              </a:ext>
            </a:extLst>
          </p:cNvPr>
          <p:cNvSpPr txBox="1"/>
          <p:nvPr/>
        </p:nvSpPr>
        <p:spPr>
          <a:xfrm>
            <a:off x="3517478" y="2211363"/>
            <a:ext cx="515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return_type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(...)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noexcept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 ... 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0E0EA5-D391-F6A5-1FB5-26DE07ABCD49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338779" y="2580695"/>
            <a:ext cx="0" cy="9144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09D696-7DD7-2314-0416-D7F5CFFAAE0C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6276754" y="2560742"/>
            <a:ext cx="525062" cy="9144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55D4168-B5A6-7C03-0C5E-9FD289E2EEEC}"/>
              </a:ext>
            </a:extLst>
          </p:cNvPr>
          <p:cNvSpPr/>
          <p:nvPr/>
        </p:nvSpPr>
        <p:spPr>
          <a:xfrm>
            <a:off x="3424379" y="3488601"/>
            <a:ext cx="1828800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Integrity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5902893-05BE-1172-FC9C-8D7F1377065C}"/>
              </a:ext>
            </a:extLst>
          </p:cNvPr>
          <p:cNvSpPr/>
          <p:nvPr/>
        </p:nvSpPr>
        <p:spPr>
          <a:xfrm>
            <a:off x="5362354" y="3488601"/>
            <a:ext cx="1828800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Stability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C83E21-82EC-B889-A82F-F5D4771F45BD}"/>
              </a:ext>
            </a:extLst>
          </p:cNvPr>
          <p:cNvSpPr/>
          <p:nvPr/>
        </p:nvSpPr>
        <p:spPr>
          <a:xfrm>
            <a:off x="7300328" y="3488601"/>
            <a:ext cx="1828800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Performance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59DE79-67D0-3563-374B-CD612EAF0C82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7634177" y="2580695"/>
            <a:ext cx="580551" cy="9144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E45494-8D48-80F0-0126-7A466F9F5357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8214728" y="2540789"/>
            <a:ext cx="216891" cy="9144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30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Sender</dc:creator>
  <cp:lastModifiedBy>Andrew Sender</cp:lastModifiedBy>
  <cp:revision>12</cp:revision>
  <dcterms:created xsi:type="dcterms:W3CDTF">2026-09-30T01:24:50Z</dcterms:created>
  <dcterms:modified xsi:type="dcterms:W3CDTF">2026-09-30T13:43:12Z</dcterms:modified>
</cp:coreProperties>
</file>